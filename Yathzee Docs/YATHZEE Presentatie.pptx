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9DC95-3A40-8773-8F51-7DBC49EEB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FC9E1AE-7986-3CA8-DEAA-4D5C27180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000456-FCDD-33AD-8BDB-EB9A808E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5DF6314-1829-6DA8-2DDE-DB2DB0DBA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606907A-FACC-BB52-4ED0-9D88B5DF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917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98FC2B-DE53-72D5-C775-8C09A309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3D8E4C-5DF0-021D-193C-B6613A12F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E3874F-D458-787A-050F-38793051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4BCC441-F8B9-837E-4CC1-F20FD64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79FAAE-0E01-209D-E6CD-AF9CE655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320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F8EC6-EB03-B2DF-7F0C-831D828D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D188F3D-513A-04EF-9667-49237C12F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DC667C-672A-8F1E-BEFF-1279AE107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F3C34E-5844-7DC7-3DF5-917214C2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9485DA5-F2A6-0487-604C-2F0CB538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860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BF12A-8A1A-0C1C-F5B7-36D659AD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C674E0-F716-A2F4-F558-1AAD1A20A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1D5DF6B-D165-FF8D-0218-41C29AB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8ED3F14-3F70-89FD-375D-3EC75472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EC1FE2-6F30-FD71-BEB3-C69CF852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83DFEAC-F9D8-47DB-AAC9-8FB242E5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330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99549-6BA4-6914-9802-72EC7E1C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A0D3DE3-AEFF-4723-0278-8BC4D7CB7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695ED43-29C9-E39B-7AC4-62D083A2E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498BD80-BE43-2E35-271F-44E2E671E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980D10B-229C-00BD-FED2-06A586737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3BC1837-064B-7D53-5F22-71E8FEA9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7D36ECA-83A4-D294-CC36-B90B658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274D1CD-F389-E291-91A2-986051F5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500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195BF-FEBF-9390-0D14-C4F2CC93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E0BAA79-52CB-6F98-F0C7-36578B7C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C6F0380-9FA0-02A2-4CCA-D4245869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3C1BBE1-5923-FC6D-1EE1-90379344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934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DCC1D14-BFCF-DEBC-15A3-24527C66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3574686-BA31-697E-67A5-F9B60D0B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B5109C1-0D8F-F4CF-B40C-B0DE2240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519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D8855-A111-B8B1-AE8E-D7BA10F2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C8EC61-71CB-215B-5270-CA3AB6AC5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1337191-B505-1C04-459F-121B5E5DF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C74D24D-5ED2-C967-C36E-77176AFF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97C88EE-92A8-36B1-3781-06BB53D6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8AF7AE6-9E67-8284-5F11-D05B6AB0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645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E895D-E3A0-EFF7-4B13-9FD9366E3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8373106-1E42-CE1E-B518-071ED71FC2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59E0DB-2233-1EC8-ED3F-D78985B67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D201632-41A5-F7C2-D7AC-0CC7673F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04D0527-7BBE-6D09-0431-F1C026D8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EA4CE94-C77B-D8C6-F9BA-4EBB44170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094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9FD74C-B0EF-8455-8334-F111E983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0FF6D3D-3500-51ED-89CD-155713237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A537FB3-5B6B-DB7E-A95C-76FF59EF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B2773A-DA87-8B4D-ACAB-60B37C33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34C62E-646E-3203-1663-A384C223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702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8BE4280-2A2F-D26C-57B0-CD02C755A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F38DAC5-1A19-8013-692F-F50DE0157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032E362-5310-7191-B7E4-AD46C499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6D100CB-ABE1-2192-D0A7-3BF8E320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7A6EF49-FFB0-B7B3-2626-D314DA26F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236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621D9B0-CF28-30F5-4641-4C45645A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EDF6781-A70D-181F-030D-F72B6A589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8229D5-1416-9AF1-B996-8ECBF6EB1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74F26-92CE-4E07-98FA-D9AA21277CA6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06D7B9-C77B-E5D6-C315-8F96591E6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B6F367-317E-B339-AD34-E1CAE5714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7F54C-9E29-4DDC-A718-A486992C65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058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A7D37-7021-E5BB-274E-CA9A37E7E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YATHZEE</a:t>
            </a:r>
            <a:endParaRPr lang="nl-NL" b="1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2B59EB4-6104-A838-2B5E-1BED1E0E05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Arial Nova" panose="020F0502020204030204" pitchFamily="34" charset="0"/>
                <a:cs typeface="Helvetica" panose="020B0604020202020204" pitchFamily="34" charset="0"/>
              </a:rPr>
              <a:t>Meesterproef – Door Tymo van der Hoogt</a:t>
            </a:r>
            <a:endParaRPr lang="nl-NL">
              <a:latin typeface="Arial Nova" panose="020F050202020403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59743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Breedbeeld</PresentationFormat>
  <Paragraphs>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Nova</vt:lpstr>
      <vt:lpstr>Kantoorthema</vt:lpstr>
      <vt:lpstr>YATHZEE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Tymo van der Hoogt</dc:creator>
  <cp:lastModifiedBy>Tymo van der Hoogt</cp:lastModifiedBy>
  <cp:revision>1</cp:revision>
  <dcterms:created xsi:type="dcterms:W3CDTF">2026-10-09T10:58:27Z</dcterms:created>
  <dcterms:modified xsi:type="dcterms:W3CDTF">2026-10-09T10:58:43Z</dcterms:modified>
</cp:coreProperties>
</file>