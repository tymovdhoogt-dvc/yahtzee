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57" r:id="rId4"/>
    <p:sldId id="258" r:id="rId5"/>
    <p:sldId id="262" r:id="rId6"/>
    <p:sldId id="263" r:id="rId7"/>
    <p:sldId id="265" r:id="rId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29DC95-3A40-8773-8F51-7DBC49EEB1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4FC9E1AE-7986-3CA8-DEAA-4D5C27180A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3000456-FCDD-33AD-8BDB-EB9A808E2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C74F26-92CE-4E07-98FA-D9AA21277CA6}" type="datetimeFigureOut">
              <a:rPr lang="nl-NL" smtClean="0"/>
              <a:t>9-10-2026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5DF6314-1829-6DA8-2DDE-DB2DB0DBA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606907A-FACC-BB52-4ED0-9D88B5DF8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37F54C-9E29-4DDC-A718-A486992C65D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791753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98FC2B-DE53-72D5-C775-8C09A309C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E3D8E4C-5DF0-021D-193C-B6613A12F9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0E3874F-D458-787A-050F-387930514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C74F26-92CE-4E07-98FA-D9AA21277CA6}" type="datetimeFigureOut">
              <a:rPr lang="nl-NL" smtClean="0"/>
              <a:t>9-10-2026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4BCC441-F8B9-837E-4CC1-F20FD64F5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979FAAE-0E01-209D-E6CD-AF9CE6554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37F54C-9E29-4DDC-A718-A486992C65D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13208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8F8EC6-EB03-B2DF-7F0C-831D828DC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1D188F3D-513A-04EF-9667-49237C12FD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9DC667C-672A-8F1E-BEFF-1279AE107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C74F26-92CE-4E07-98FA-D9AA21277CA6}" type="datetimeFigureOut">
              <a:rPr lang="nl-NL" smtClean="0"/>
              <a:t>9-10-2026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CF3C34E-5844-7DC7-3DF5-917214C29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9485DA5-F2A6-0487-604C-2F0CB5386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37F54C-9E29-4DDC-A718-A486992C65D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8605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0BF12A-8A1A-0C1C-F5B7-36D659AD1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EC674E0-F716-A2F4-F558-1AAD1A20AB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51D5DF6B-D165-FF8D-0218-41C29AB9EC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08ED3F14-3F70-89FD-375D-3EC75472E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C74F26-92CE-4E07-98FA-D9AA21277CA6}" type="datetimeFigureOut">
              <a:rPr lang="nl-NL" smtClean="0"/>
              <a:t>9-10-2026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BEC1FE2-6F30-FD71-BEB3-C69CF852B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83DFEAC-F9D8-47DB-AAC9-8FB242E57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37F54C-9E29-4DDC-A718-A486992C65D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43308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99549-6BA4-6914-9802-72EC7E1CB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A0D3DE3-AEFF-4723-0278-8BC4D7CB74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1695ED43-29C9-E39B-7AC4-62D083A2E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498BD80-BE43-2E35-271F-44E2E671E5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980D10B-229C-00BD-FED2-06A586737D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13BC1837-064B-7D53-5F22-71E8FEA96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C74F26-92CE-4E07-98FA-D9AA21277CA6}" type="datetimeFigureOut">
              <a:rPr lang="nl-NL" smtClean="0"/>
              <a:t>9-10-2026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7D36ECA-83A4-D294-CC36-B90B658E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5274D1CD-F389-E291-91A2-986051F5B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37F54C-9E29-4DDC-A718-A486992C65D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65005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B195BF-FEBF-9390-0D14-C4F2CC93C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E0BAA79-52CB-6F98-F0C7-36578B7C3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C74F26-92CE-4E07-98FA-D9AA21277CA6}" type="datetimeFigureOut">
              <a:rPr lang="nl-NL" smtClean="0"/>
              <a:t>9-10-2026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2C6F0380-9FA0-02A2-4CCA-D4245869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73C1BBE1-5923-FC6D-1EE1-903793442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37F54C-9E29-4DDC-A718-A486992C65D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29340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4DCC1D14-BFCF-DEBC-15A3-24527C667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C74F26-92CE-4E07-98FA-D9AA21277CA6}" type="datetimeFigureOut">
              <a:rPr lang="nl-NL" smtClean="0"/>
              <a:t>9-10-2026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C3574686-BA31-697E-67A5-F9B60D0BD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EB5109C1-0D8F-F4CF-B40C-B0DE2240D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37F54C-9E29-4DDC-A718-A486992C65D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5199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DD8855-A111-B8B1-AE8E-D7BA10F2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5C8EC61-71CB-215B-5270-CA3AB6AC50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A1337191-B505-1C04-459F-121B5E5DF1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C74D24D-5ED2-C967-C36E-77176AFF1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C74F26-92CE-4E07-98FA-D9AA21277CA6}" type="datetimeFigureOut">
              <a:rPr lang="nl-NL" smtClean="0"/>
              <a:t>9-10-2026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97C88EE-92A8-36B1-3781-06BB53D67A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D8AF7AE6-9E67-8284-5F11-D05B6AB08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37F54C-9E29-4DDC-A718-A486992C65D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16450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CE895D-E3A0-EFF7-4B13-9FD9366E3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38373106-1E42-CE1E-B518-071ED71FC28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59E0DB-2233-1EC8-ED3F-D78985B67C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D201632-41A5-F7C2-D7AC-0CC7673F4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C74F26-92CE-4E07-98FA-D9AA21277CA6}" type="datetimeFigureOut">
              <a:rPr lang="nl-NL" smtClean="0"/>
              <a:t>9-10-2026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04D0527-7BBE-6D09-0431-F1C026D89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EA4CE94-C77B-D8C6-F9BA-4EBB44170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37F54C-9E29-4DDC-A718-A486992C65D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00946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9FD74C-B0EF-8455-8334-F111E9832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40FF6D3D-3500-51ED-89CD-155713237F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A537FB3-5B6B-DB7E-A95C-76FF59EF1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C74F26-92CE-4E07-98FA-D9AA21277CA6}" type="datetimeFigureOut">
              <a:rPr lang="nl-NL" smtClean="0"/>
              <a:t>9-10-2026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3B2773A-DA87-8B4D-ACAB-60B37C332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834C62E-646E-3203-1663-A384C223A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37F54C-9E29-4DDC-A718-A486992C65D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37025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18BE4280-2A2F-D26C-57B0-CD02C755A2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7F38DAC5-1A19-8013-692F-F50DE0157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032E362-5310-7191-B7E4-AD46C499D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C74F26-92CE-4E07-98FA-D9AA21277CA6}" type="datetimeFigureOut">
              <a:rPr lang="nl-NL" smtClean="0"/>
              <a:t>9-10-2026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6D100CB-ABE1-2192-D0A7-3BF8E3209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7A6EF49-FFB0-B7B3-2626-D314DA26F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37F54C-9E29-4DDC-A718-A486992C65D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02369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C621D9B0-CF28-30F5-4641-4C45645AB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1EDF6781-A70D-181F-030D-F72B6A5894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E8229D5-1416-9AF1-B996-8ECBF6EB1A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C74F26-92CE-4E07-98FA-D9AA21277CA6}" type="datetimeFigureOut">
              <a:rPr lang="nl-NL" smtClean="0"/>
              <a:t>9-10-2026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406D7B9-C77B-E5D6-C315-8F96591E6F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EB6F367-317E-B339-AD34-E1CAE57148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37F54C-9E29-4DDC-A718-A486992C65D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0581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Gebruiksaanwijzing%20Yahtzee.docx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24484A-E3CD-79F5-242E-C5236E704F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MEESTERPROEF</a:t>
            </a:r>
            <a:endParaRPr lang="nl-NL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6748790-0461-6F67-8964-00FA3558C1E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Door Tymo van der Hoogt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47685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E345903-ACB3-7C5F-29BE-D64F60121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US" sz="5400" b="1"/>
              <a:t>PROJECT</a:t>
            </a:r>
            <a:endParaRPr lang="nl-NL" sz="5400" b="1"/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1706C4A-E2CE-9073-7319-CEA46C953C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r>
              <a:rPr lang="en-US" sz="2200"/>
              <a:t>Yahtzee</a:t>
            </a:r>
          </a:p>
          <a:p>
            <a:r>
              <a:rPr lang="en-US" sz="2200"/>
              <a:t>Doel</a:t>
            </a:r>
          </a:p>
        </p:txBody>
      </p:sp>
      <p:pic>
        <p:nvPicPr>
          <p:cNvPr id="7" name="Afbeelding 6" descr="Yahtzee">
            <a:extLst>
              <a:ext uri="{FF2B5EF4-FFF2-40B4-BE49-F238E27FC236}">
                <a16:creationId xmlns:a16="http://schemas.microsoft.com/office/drawing/2014/main" id="{8A6314F1-9D5D-57DE-2AE5-A69A84E52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3285" y="329183"/>
            <a:ext cx="2555326" cy="3429969"/>
          </a:xfrm>
          <a:prstGeom prst="rect">
            <a:avLst/>
          </a:prstGeom>
        </p:spPr>
      </p:pic>
      <p:pic>
        <p:nvPicPr>
          <p:cNvPr id="5" name="Afbeelding 4" descr="Twee zwevende dobbelstenen">
            <a:extLst>
              <a:ext uri="{FF2B5EF4-FFF2-40B4-BE49-F238E27FC236}">
                <a16:creationId xmlns:a16="http://schemas.microsoft.com/office/drawing/2014/main" id="{F96CD3E4-FDDA-EF19-150D-7CF2CAD330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544"/>
          <a:stretch>
            <a:fillRect/>
          </a:stretch>
        </p:blipFill>
        <p:spPr>
          <a:xfrm>
            <a:off x="8645411" y="4079193"/>
            <a:ext cx="2432785" cy="2176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13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2578E7B-DC14-F3AA-1802-DBCAF15D6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US" sz="5400" b="1"/>
              <a:t>PROJECT KEUZE</a:t>
            </a:r>
            <a:endParaRPr lang="nl-NL" sz="5400" b="1"/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A737FDD-F145-64D8-2CB3-8FB92C91ED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en-US" sz="2200">
                <a:latin typeface="Arial Nova" panose="020B0504020202020204" pitchFamily="34" charset="0"/>
              </a:rPr>
              <a:t>Yathzee</a:t>
            </a:r>
          </a:p>
          <a:p>
            <a:r>
              <a:rPr lang="en-US" sz="2200">
                <a:latin typeface="Arial Nova" panose="020B0504020202020204" pitchFamily="34" charset="0"/>
              </a:rPr>
              <a:t>UNO AI, Lingo, Dobbel Trobbel</a:t>
            </a:r>
          </a:p>
          <a:p>
            <a:r>
              <a:rPr lang="en-US" sz="2200">
                <a:latin typeface="Arial Nova" panose="020B0504020202020204" pitchFamily="34" charset="0"/>
              </a:rPr>
              <a:t>Waarom Yathzee</a:t>
            </a:r>
          </a:p>
          <a:p>
            <a:r>
              <a:rPr lang="en-US" sz="2200">
                <a:latin typeface="Arial Nova" panose="020B0504020202020204" pitchFamily="34" charset="0"/>
              </a:rPr>
              <a:t>Wat heb ik geleert</a:t>
            </a:r>
          </a:p>
          <a:p>
            <a:pPr>
              <a:buFontTx/>
              <a:buChar char="-"/>
            </a:pPr>
            <a:endParaRPr lang="nl-NL" sz="2200"/>
          </a:p>
        </p:txBody>
      </p:sp>
      <p:pic>
        <p:nvPicPr>
          <p:cNvPr id="4" name="Afbeelding 3" descr="How to Play Yahtzee: Scoring, Rolls, Dice Combinations">
            <a:extLst>
              <a:ext uri="{FF2B5EF4-FFF2-40B4-BE49-F238E27FC236}">
                <a16:creationId xmlns:a16="http://schemas.microsoft.com/office/drawing/2014/main" id="{8651CCA5-15B3-B149-D8F5-D22FCE8948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326" r="13447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34611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6B64745-5364-1418-10F4-DD8A62AA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US" sz="4200" b="1"/>
              <a:t>PROJECT VOORBEREIDING</a:t>
            </a:r>
            <a:endParaRPr lang="nl-NL" sz="4200" b="1"/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A58D8AF-CF65-E78C-12CC-0417B6E40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en-US" sz="2200"/>
              <a:t>Voor het coderen</a:t>
            </a:r>
          </a:p>
          <a:p>
            <a:r>
              <a:rPr lang="en-US" sz="2200"/>
              <a:t>Flowchart en Pseudocode</a:t>
            </a:r>
          </a:p>
          <a:p>
            <a:r>
              <a:rPr lang="en-US" sz="2200"/>
              <a:t>Opdract delen</a:t>
            </a:r>
          </a:p>
          <a:p>
            <a:r>
              <a:rPr lang="en-US" sz="2200"/>
              <a:t>Wat moet in wat</a:t>
            </a:r>
            <a:endParaRPr lang="nl-NL" sz="2200"/>
          </a:p>
        </p:txBody>
      </p:sp>
      <p:pic>
        <p:nvPicPr>
          <p:cNvPr id="5" name="Afbeelding 4" descr="Programmacodering op een computerscherm">
            <a:extLst>
              <a:ext uri="{FF2B5EF4-FFF2-40B4-BE49-F238E27FC236}">
                <a16:creationId xmlns:a16="http://schemas.microsoft.com/office/drawing/2014/main" id="{492BBA66-1928-316D-149D-78C714CBB7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43" r="13603" b="-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855490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E29B848-44E3-0F21-6499-EECBD2CF2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US" sz="5400" b="1"/>
              <a:t>PROJECT INHOUD</a:t>
            </a:r>
            <a:endParaRPr lang="nl-NL" sz="5400" b="1"/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D8D8E5D-64CD-A8DB-80DF-5DAAD60164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en-US" sz="2200"/>
              <a:t>Main</a:t>
            </a:r>
          </a:p>
          <a:p>
            <a:r>
              <a:rPr lang="en-US" sz="2200"/>
              <a:t>Functions</a:t>
            </a:r>
          </a:p>
          <a:p>
            <a:r>
              <a:rPr lang="en-US" sz="2200"/>
              <a:t>Scorekaart</a:t>
            </a:r>
          </a:p>
          <a:p>
            <a:pPr>
              <a:buFontTx/>
              <a:buChar char="-"/>
            </a:pPr>
            <a:endParaRPr lang="nl-NL" sz="2200"/>
          </a:p>
        </p:txBody>
      </p:sp>
      <p:pic>
        <p:nvPicPr>
          <p:cNvPr id="4" name="Afbeelding 3" descr="Real Python code developing screen. Programing workflow abstract algorithm concept. Lines of Python code visible under magnifying lens.">
            <a:extLst>
              <a:ext uri="{FF2B5EF4-FFF2-40B4-BE49-F238E27FC236}">
                <a16:creationId xmlns:a16="http://schemas.microsoft.com/office/drawing/2014/main" id="{2F6F5F79-066E-5676-DDE0-DC0DBF636F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845" r="23202" b="-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036709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29F4BFF-27E5-E42F-4230-63636904B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4800" b="1"/>
              <a:t>PROJECT CODE</a:t>
            </a:r>
            <a:endParaRPr lang="nl-NL" sz="4800" b="1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F372719-CC1F-E78E-4B47-560340FBF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r>
              <a:rPr lang="en-US" sz="2200"/>
              <a:t>Code waarop ik trots ben</a:t>
            </a:r>
          </a:p>
          <a:p>
            <a:r>
              <a:rPr lang="en-US" sz="2200"/>
              <a:t>Meerdere wedstrijden</a:t>
            </a:r>
            <a:endParaRPr lang="nl-NL" sz="220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D963EBB7-8FE1-CC62-5C30-688285F154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3397177"/>
            <a:ext cx="10917936" cy="1746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3993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564542-47D3-3B08-B459-D79850CE2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PROJECT GEBRUIKSAANWIJZING</a:t>
            </a:r>
            <a:endParaRPr lang="nl-NL" b="1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25D6D11-0F3C-7AA7-C549-3F406BFC93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10672" cy="53352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/>
              <a:t>Stukje van de Gebruiksaanwijzing: &gt; </a:t>
            </a:r>
            <a:r>
              <a:rPr lang="en-US">
                <a:hlinkClick r:id="rId2" action="ppaction://hlinkfile"/>
              </a:rPr>
              <a:t>Gebruiksaanwijzing Yahtzee.docx</a:t>
            </a:r>
            <a:endParaRPr lang="en-US"/>
          </a:p>
          <a:p>
            <a:pPr marL="0" indent="0">
              <a:buNone/>
            </a:pPr>
            <a:endParaRPr lang="nl-NL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F02C1B69-5943-0A6B-3E59-9CB5EA4543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453" y="2494089"/>
            <a:ext cx="4347094" cy="3945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69452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65</Words>
  <Application>Microsoft Office PowerPoint</Application>
  <PresentationFormat>Breedbeeld</PresentationFormat>
  <Paragraphs>24</Paragraphs>
  <Slides>7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Arial Nova</vt:lpstr>
      <vt:lpstr>Kantoorthema</vt:lpstr>
      <vt:lpstr>MEESTERPROEF</vt:lpstr>
      <vt:lpstr>PROJECT</vt:lpstr>
      <vt:lpstr>PROJECT KEUZE</vt:lpstr>
      <vt:lpstr>PROJECT VOORBEREIDING</vt:lpstr>
      <vt:lpstr>PROJECT INHOUD</vt:lpstr>
      <vt:lpstr>PROJECT CODE</vt:lpstr>
      <vt:lpstr>PROJECT GEBRUIKSAANWIJZING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Tymo van der Hoogt</dc:creator>
  <cp:lastModifiedBy>Tymo van der Hoogt</cp:lastModifiedBy>
  <cp:revision>3</cp:revision>
  <dcterms:created xsi:type="dcterms:W3CDTF">2026-10-09T10:58:27Z</dcterms:created>
  <dcterms:modified xsi:type="dcterms:W3CDTF">2026-10-09T11:53:29Z</dcterms:modified>
</cp:coreProperties>
</file>